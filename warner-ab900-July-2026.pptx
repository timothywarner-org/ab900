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AB-900: Microsoft 365 Copilot and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Administration Fundamentals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O'Reilly Live Learning  |  Tim Warner  |  TechTrainerTim.com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Exam: AB-900  |  45 min  |  700/1000 to pass  |  Beginner level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AB-900 Exam Domains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3749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1: Core features and objects of M365 services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30-35%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Identity, admin centers, core services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2: Data protection and governance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35-40%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HEAVIEST -- Purview, DLP, DSPM for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3: Basic admin tasks for Copilot and agents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25-30%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Licensing, agents, Copilot Studio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Roadmap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1: Microsoft 365 Copilot -- What it is, how it works, licensing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2: Copilot Agents + Copilot Studio -- Build and manage agents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3: Data Protection and Governance -- Purview, DLP, DSPM for AI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4: M365 Admin, Identity, Security + Exam Prep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segment: 50 minutes + 10-minute break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 throughout -- follow along if you have a tenant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Copilot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  |  Domain 3 (25-30%)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Microsoft 365 Copilot?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standalone app -- it is embedded in Word, Excel, PowerPoint, Outlook, and Teams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 powered by large language models (Azure OpenAI Service)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YOUR organizational data via Microsoft Graph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principle: Copilot can only see what the user can already see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never leaves the tenant and is never used to retrain public models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always sees source references -- full transparency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Architecture: Four Components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Graph -- unified data layer (emails, files, meetings, chats)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IQ -- intelligence layer that CONTAINS Graph and the semantic index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Language Models -- multi-provider foundation models, enterprise-tuned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Tenant-isolated; data never shared across organizations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 Service -- manages prompts, data, and LLM interactions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steps: prompt intake &gt; evaluation &gt; enrichment &gt; execution &gt; formatting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Index -- meaning-based retrieval, not keyword matching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 kickoff" finds docs about "launch meetings" or "initial planning"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Across Microsoft 365 Apps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documents, summarize, rewrite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Formulas, charts, what-if via natural language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 to full slide deck with visuals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Outlook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 summaries, draft responses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recaps, action items, chat summaries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Cross-app search, tenant-wide queries via Graph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26280" y="1188720"/>
            <a:ext cx="18288" cy="3200400"/>
          </a:xfrm>
          <a:prstGeom prst="rect">
            <a:avLst/>
          </a:prstGeom>
          <a:solidFill>
            <a:srgbClr val="E0E0E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Responsible AI Principles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minimization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Fetches only data needed for the specific request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includes source references users can verify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filtering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harmful, offensive, or unverified content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Auditability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interactions logged in Microsoft Purview and M365 audit logs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fabrication by design -- "No data found" rather than hallucinating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Licensing Models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Difference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 Chat (Free)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Anyone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Web-grounded only -- NO org data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M365 Copilot Business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300-seat MAXIMUM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grounding + core security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M365 Copilot Enterprise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E3/E5 orgs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Purview compliance + governance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 Studio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Business/Enterprise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custom agents + connectors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Per-User vs. Pay-as-You-Go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Per-User License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monthly fee regardless of usage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budgeting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over-licensing inactive users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consistent daily users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Pay-as-You-Go (Consumption)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Charged based on actual usage (Azure)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Metered against Azure subscription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unexpected cost spikes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pilots, seasonal, fluctuating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1188720"/>
            <a:ext cx="18288" cy="3200400"/>
          </a:xfrm>
          <a:prstGeom prst="rect">
            <a:avLst/>
          </a:prstGeom>
          <a:solidFill>
            <a:srgbClr val="E0E0E0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in Action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371600" cy="3657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Word -- use Copilot to draft a project summary from a SharePoint doc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Open Excel -- ask Copilot to create a chart from raw data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Open Teams -- review a meeting recap with action items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Open Copilot Chat -- cross-app search ("What did the team discuss last week?")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Show source references and Graph grounding in each response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10-MINUTE BREAK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2 starts shortly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108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Stretch, grab a drink, and post questions in chat!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Agents + Copilot Studio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  |  Domain 3 (25-30%)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Agents?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software that automates tasks, answers questions, and acts on user intent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Copilot (reactive assistant), agents can be tailored for specific expertise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retrieve information, perform actions, and operate independently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types of agents: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Prebuilt (Microsoft): Researcher, Analyst, Writing Coach, Prompt Coach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Ready-made SharePoint site agents: auto-created, scoped to site content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Everyday user agents: no-code, built in Copilot Chat or SharePoint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Advanced agents: Copilot Studio full experience or VS Code, 1000+ connectors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Prebuilt Agents: Researcher and Analyst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 Agent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research assistant -- gathers, analyzes, synthesizes into structured reports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 across SharePoint, Teams, incident logs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Agent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data scientist -- transforms raw data into insights using Python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Excel, Power BI datasets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TRAP: Researcher and Analyst require a SEPARATE admin block.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NOT governed by the general agent on/off toggle!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vs. Agents: Key Differences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Real-time, conversational in apps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Schedule/trigger-based, behind scenes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access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permissions only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accounts, managed identities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Customization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Org-level config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Fully customizable per agent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User-level audit logs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Approval process, credential mgmt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 one-off tasks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Repetitive, automated workflows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Builder vs. Copilot Studio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No-Code (Exam Focus)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Pro-Code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Builder (Testable!)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everyday business users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coding required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tab: plain language creation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tab: manual step-by-step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tabs sync automatically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Templates: preconfigured starting points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Studio (Full)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developers and IT pros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customization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workflows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connectors and APIs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 data connectors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management and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1188720"/>
            <a:ext cx="18288" cy="3200400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 Agent in Agent Builder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Tab (plain language):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template (optional) -- provides preconfigured starting point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WARNING: Changing template on Configure tab resets ALL customizations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description in natural language; Agent Builder refines via follow-up questions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Tab (manual):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sources (up to 20): files, SharePoint, web, Copilot connectors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 (ON by default): Code interpreter, Image generator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prompts: no documented minimum or maximum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draft before creating -- verify instructions and knowledge sources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SharePoint Agent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entry points: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homepage (+New &gt; Agent), Library command bar, File context menu, Chat pane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tabs: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Overview: name, description, icon (.png, max 1 MB)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"Entire site" or pick specific libraries/folders/files (up to 20)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Behavior: welcome message, starter prompts (max 3), instructions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differences from Copilot Chat agents: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welcome message, max 3 starter prompts, NO Code Interpreter, NO Image Generator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Approval and Lifecycle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Three-stage approval process: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Submission -- user/developer provides purpose, audience, permissions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Review -- admins + compliance officers assess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Decision -- approve, reject, or send back for revisions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5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path: admin.microsoft.com &gt; Agents &gt; All agents &gt; Requests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Lifecycle: Create &gt; Approve &gt; Deploy &gt; Maintain &gt; Block/Remove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Communicate retirement 30 days in advance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via Power Platform admin center and M365 admin center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Licensing: Free (declarative) | Licensed (Copilot Studio) | Consumption (PAYG)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Two Agents Side by Side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371600" cy="3657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Create a Copilot Chat agent using the Describe tab -- enter plain language description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Switch to Configure tab -- add SharePoint knowledge source, enable Code Interpreter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Add 3 starter prompts and test the draft agent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Create a SharePoint agent from a document library -- pick specific files as sources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Compare: welcome message, starter prompt limits, capabilities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Show the agent approval queue at admin.microsoft.com &gt; Agents &gt; All agents &gt; Requests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10-MINUTE BREAK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3 starts shortly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108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Stretch, grab a drink, and post questions in chat!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Protection and Governance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  |  Domain 2 (35-40%) -- HEAVIEST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Purview: The Unified Portal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purview.microsoft.com -- NOT compliance.microsoft.com (retired)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pillars: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Security: sensitivity labels, DLP, encryption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Governance: lifecycle management, retention, archiving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and Compliance: Insider Risk, Communication Compliance, eDiscovery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exam concept: Purview protects data that Copilot accesses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labels + DLP are enforced on Copilot responses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Labels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and protect data -- labels TRAVEL with the data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components: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Encryption -- restrict who can open, edit, print, copy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markings -- headers, footers, watermarks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restrictions -- block external sharing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Application: manual, automatic (content detection), recommended, or mandatory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Justification required to downgrade a label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5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Portal: purview.microsoft.com &gt; Solutions &gt; Information protection &gt; Labels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Loss Prevention (DLP)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accidental or intentional sharing of sensitive data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content for patterns: credit card numbers, SSNs, health records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Actions: block, warn with policy tip, require business justification, alert admin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across: email, chat, SharePoint, OneDrive, Copilot interactions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classification methods: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Information Types (SITs) -- regex + checksums + confidence scoring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Trainable classifiers -- ML models (50+ document samples)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Data Match -- precise matching against uploaded data lists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Insider Risk and Communication Compliance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Insider Risk Management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analytics + HR signals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file downloads, personal email sharing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Unusual hours, unfamiliar locations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resignation/role change data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Elevates risk score with combined signals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Compliance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email, Teams, Yammer, Copilot prompts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harassment, data leaks, insider trading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Pattern-based detection + ML classifiers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dashboard for investigation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Dismiss, notify, or escalate to HR/Legal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26280" y="1188720"/>
            <a:ext cx="18288" cy="3200400"/>
          </a:xfrm>
          <a:prstGeom prst="rect">
            <a:avLst/>
          </a:prstGeom>
          <a:solidFill>
            <a:srgbClr val="E0E0E0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DSPM for AI (Data Security Posture Management)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5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Portal: purview.microsoft.com &gt; Solutions &gt; DSPM for AI (classic)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and monitors how AI interacts with sensitive data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shadow AI -- unsanctioned AI tools used without IT approval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AI-generated content: where stored, who has access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Oversharing assessments -- identifies data exposure risks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TRAP: Use DSPM for AI (not Data Explorer) for AI-specific data risk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 finds sensitive data. DSPM for AI monitors AI interactions.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Manager, eDiscovery, and Retention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Manager: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score -- quantifies regulatory readiness (GDPR, HIPAA, ISO 27001)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actions -- specific steps to close gaps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eDiscovery: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unified eDiscovery -- classic Standard/Premium retired Aug 2025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FEATURES (by subscription): analytics, redaction, review sets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(per-item) vs. policies (location-wide)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Auto-apply rules based on SITs, keywords, or classifiers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Copilot Accesses Data Through Graph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can only see what the user can already see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 Graph using the user OAuth token (same permissions as user)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index ranks results by context, recency, and activity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labels enforced -- "Confidential - Finance Only" excluded for non-Finance users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rules apply to Copilot responses (block, warn, log)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with the link" -- if link is active, Copilot can access it; revoke = Copilot loses access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Copilot interactions are logged and auditable via Purview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Oversharing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oversharing scenarios: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"Everyone" or "Anyone with the link" used too broadly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access when View-only is sufficient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guests with full site access instead of specific documents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to detect and fix: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reports (SharePoint admin center) -- identify high-risk sites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Advanced Management (SAM) -- add-on for restricted access control (RAC)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DSPM for AI oversharing reports -- AI-specific oversharing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Purview Portal Walkthrough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371600" cy="3657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Navigate to purview.microsoft.com -- show the unified portal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Solutions &gt; Information protection &gt; Labels -- view/create sensitivity labels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Solutions &gt; Data loss prevention &gt; Policies -- review a DLP policy and alerts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Solutions &gt; DSPM for AI (classic) -- show oversharing reports and AI activity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Show how a "Confidential" label restricts Copilot from surfacing a document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10-MINUTE BREAK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4 starts shortly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108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Stretch, grab a drink, and post questions in chat!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 Admin, Identity, Security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Exam Prep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  |  Domain 1 (30-35%) + Wrap-up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54864"/>
          </a:xfrm>
          <a:prstGeom prst="rect">
            <a:avLst/>
          </a:prstGeom>
          <a:solidFill>
            <a:srgbClr val="FFB900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Admin Center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admin.microsoft.com -- the central hub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user activity, license usage, service health, recommendations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Users: create, assign licenses, reset passwords, configure MFA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Groups: Security, M365, Mail-enabled Security, Distribution, Dynamic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Billing: subscriptions, license allocation, PAYG policies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Reports: usage across Exchange, Teams, SharePoint, OneDrive, Copilot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health: real-time status, incidents, advisories, Message Center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Services at a Glance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Online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User, shared, and resource mailboxes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rules (mail flow)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policies, litigation hold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Online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sites vs. communication sites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libraries, permissions, sharing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inheritance model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Teams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Channels: standard, private, shared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Meeting/messaging/app policies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M365 Groups + SharePoint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OneDrive for Business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TB per user, Known Folder Move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Sharing controls with expiration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26280" y="1188720"/>
            <a:ext cx="18288" cy="3200400"/>
          </a:xfrm>
          <a:prstGeom prst="rect">
            <a:avLst/>
          </a:prstGeom>
          <a:solidFill>
            <a:srgbClr val="E0E0E0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Admin Tasks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assignment: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Individual: admin.microsoft.com &gt; Users &gt; Active users &gt; Licenses and apps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Group-based: admin.microsoft.com &gt; Groups &gt; Active groups &gt; Licenses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Pay-as-you-go billing (2-step process):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Create billing policy at admin.microsoft.com &gt; Copilot &gt; Billing &amp; usage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Connect policy to a Copilot service -- if skipped, PAYG stays disabled!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usage: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&gt; Usage &gt; Microsoft 365 Copilot (quick triage)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Analytics via Viva Insights Dashboard (deeper adoption analysis)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governance: save, share, schedule, delete prompts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Trust Security Model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principles: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explicitly -- every request authenticated with all signals (identity, device, location)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privilege -- minimum access needed; PIM for just-in-time elevation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breach -- segment, monitor, respond; Defender XDR + Sentinel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pillars: Identity, Endpoints, Apps, Data, Infrastructure, Network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Secure Score measures your security posture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Secure Score measures identity-specific posture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Authentication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Entra ID -- the central identity platform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methods: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MFA, passwordless (FIDO2, Windows Hello, Authenticator), SSPR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auth: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Hash Sync (most common) | Pass-through Auth | Federation (AD FS)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once, access all M365 + approved third-party apps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Access: signals &gt; decision &gt; enforcement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Signals: user risk, device compliance, location, app sensitivity</a:t>
            </a:r>
            <a:endParaRPr lang="en-US" sz="1500" dirty="0"/>
          </a:p>
          <a:p>
            <a:pPr lvl="1"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If" tool to simulate policies before deployment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 and Microsoft Defender XDR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Privileged Identity Management (PIM)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Just-in-time admin role activation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Time-bound access -- auto-revokes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MFA + justification at activation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workflows for sensitive roles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activations logged and auditable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Defender XDR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threat detection and response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for Office 365 (email/phishing)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for Endpoint (devices)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for Identity (AD signals)</a:t>
            </a:r>
            <a:endParaRPr lang="en-US" sz="1400" dirty="0"/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for Cloud Apps (shadow IT)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26280" y="1188720"/>
            <a:ext cx="18288" cy="3200400"/>
          </a:xfrm>
          <a:prstGeom prst="rect">
            <a:avLst/>
          </a:prstGeom>
          <a:solidFill>
            <a:srgbClr val="E0E0E0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Registrations and Enterprise Apps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Registrations: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how an app connects to M365 and what it can access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 account types and required permissions (read profiles, send email, etc.)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Secured with client secrets or certificates -- rotate regularly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Applications: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principals instantiated in a tenant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 the actual app instance users interact with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consent management: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limit which apps users can approve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Regularly audit permissions -- enforce least privilege for apps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 of least privilege -- do NOT use Global Admin for everything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built-in roles: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Administrator: full access (use sparingly)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 Administrator, Teams Administrator, SharePoint Administrator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Administrator: password resets only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Administrator: audit logs, DLP policies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Administrator: account management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roles available in Microsoft Entra ID for fine-tuned access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group-based role assignment for scalability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Center Tour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371600" cy="3657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admin.microsoft.com -- show dashboard, user list, license management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Assign a Copilot license to a user (Users &gt; Active users &gt; Licenses and apps)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Copilot &gt; Billing &amp; usage -- show PAYG billing policy setup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entra.microsoft.com -- show Conditional Access policy and "What If" tool</a:t>
            </a:r>
            <a:pPr indent="0" marL="0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Health &gt; Service health -- review active advisories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Portal Paths (Memorize These!)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Path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DSPM for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purview.microsoft.com &gt; Solutions &gt; DSPM for AI (classic)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 PAYG billing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admin.microsoft.com &gt; Copilot &gt; Billing &amp; usage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approval queue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admin.microsoft.com &gt; Agents &gt; All agents &gt; Requests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Sensitivity labels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purview.microsoft.com &gt; Solutions &gt; Information protection &gt; Labels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Conditional Access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entra.microsoft.com &gt; Protection &gt; Conditional Access &gt; Policies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 role activation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entra.microsoft.com &gt; Identity governance &gt; PIM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Copilot license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admin.microsoft.com &gt; Users &gt; Active users &gt; Licenses and apps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Tips and Final Reminders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2 (Purview/data protection) is 35-40% -- study it most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portal paths -- wrong portal is the #1 distractor pattern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= reactive assistant | Agents = autonomous, customizable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 and Analyst need a separate admin block (not the general toggle)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PAYG billing is a 2-step process -- both steps required or PAYG stays disabled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license activation has a 24-hour delay -- NOT immediate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E74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PAYG usage is metered in Copilot Credits (not "per message")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DSPM for AI for AI-specific risk; Data Explorer for general sensitive data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can only see what the user can see -- Graph enforces permissions</a:t>
            </a: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endParaRPr lang="en-US" sz="1500" dirty="0"/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score: 700/1000  |  45 minutes  |  Exam sandbox: aka.ms/examdemo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0" y="2103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Warner  |  TechTrainerTim.com  |  github.com/timothywarner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926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 on the AB-900 exam!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3840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Resources: github.com/timothywarner-org/ab900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AB-900: Microsoft 365 Copilot and Agent Administration Fundamentals</dc:title>
  <dc:subject>O'Reilly Live Learning</dc:subject>
  <dc:creator>Tim Warner</dc:creator>
  <cp:lastModifiedBy>Tim Warner</cp:lastModifiedBy>
  <cp:revision>1</cp:revision>
  <dcterms:created xsi:type="dcterms:W3CDTF">2026-04-01T16:33:30Z</dcterms:created>
  <dcterms:modified xsi:type="dcterms:W3CDTF">2026-04-01T16:33:30Z</dcterms:modified>
</cp:coreProperties>
</file>